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417320"/>
            <a:ext cx="69494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Rockwell"/>
              </a:rPr>
              <a:t>DAS</a:t>
            </a:r>
          </a:p>
          <a:p>
            <a:pPr algn="l"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Rockwell"/>
              </a:rPr>
              <a:t>BOMBENSPIEL</a:t>
            </a:r>
          </a:p>
          <a:p>
            <a:pPr algn="l">
              <a:spcAft>
                <a:spcPts val="600"/>
              </a:spcAft>
            </a:pPr>
            <a:r>
              <a:rPr sz="5400" b="1">
                <a:solidFill>
                  <a:srgbClr val="F5A623"/>
                </a:solidFill>
                <a:latin typeface="Rockwell"/>
              </a:rPr>
              <a:t>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4160520"/>
            <a:ext cx="3840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4389120"/>
            <a:ext cx="6675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9EFF7"/>
                </a:solidFill>
                <a:latin typeface="Calibri"/>
              </a:rPr>
              <a:t>Sprech- &amp; Wortspiele für den Englischunterricht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AFC2DC"/>
                </a:solidFill>
                <a:latin typeface="Calibri"/>
              </a:rPr>
              <a:t>Klasse M9  ·  zum Aufwärmen, Wiederholen &amp; Lachen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SO GEHT'S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So funktioniert das Bombenspiel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Eine kleine Plüschbombe (oder ein Ball) wandert durch die Klasse – sie tickt!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1.  </a:t>
            </a:r>
            <a:r>
              <a:rPr sz="1800">
                <a:solidFill>
                  <a:srgbClr val="1B2F4D"/>
                </a:solidFill>
                <a:latin typeface="Calibri"/>
              </a:rPr>
              <a:t>Die Bombe wird von Schüler:in zu Schüler:in weitergegeben.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2.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muss SOFORT eine passende Antwort zur Aufgabe nennen.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3.  </a:t>
            </a:r>
            <a:r>
              <a:rPr sz="1800">
                <a:solidFill>
                  <a:srgbClr val="1B2F4D"/>
                </a:solidFill>
                <a:latin typeface="Calibri"/>
              </a:rPr>
              <a:t>Erst nach der richtigen Antwort darf weitergegeben werden – kein Wort doppelt!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4.  </a:t>
            </a:r>
            <a:r>
              <a:rPr sz="1800">
                <a:solidFill>
                  <a:srgbClr val="1B2F4D"/>
                </a:solidFill>
                <a:latin typeface="Calibri"/>
              </a:rPr>
              <a:t>Die Lehrkraft stoppt heimlich die Zeit (z. B. 30–60 Sek.). Plötzlich: BOOM!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5.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beim 'Boom' in der Hand hält, scheidet aus oder bekommt einen Joker-Punkt.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3212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A623"/>
                </a:solidFill>
                <a:latin typeface="Rockwell"/>
              </a:rPr>
              <a:t>💣  Tipp: Handy-Timer mit stummem Ablauf nutzen – die Spannung steigt!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09728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A623"/>
                </a:solidFill>
                <a:latin typeface="Rockwell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Rockwell"/>
              </a:rPr>
              <a:t>Klassiker – neu gemischt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320040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9EFF7"/>
                </a:solidFill>
                <a:latin typeface="Calibri"/>
              </a:rPr>
              <a:t>Deine bewährten Spiele, aber mit frischen Begriffen, Buchstaben &amp; Wörtern.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1 · Name things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Ein Kategorie-Spiel: passende Dinge nennen, ohne Wiederholung.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Aufgabe steht auf der nächsten Folie.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nennt EIN passendes Wort auf Englisch.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Schnell weitergeben – ein Begriff darf nicht zweimal kommen!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1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Rockwell"/>
              </a:rPr>
              <a:t>Name things …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5A623"/>
                </a:solidFill>
                <a:latin typeface="Rockwell"/>
              </a:rPr>
              <a:t>… you would take to a desert island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Beispiele: water, a knife, sunscreen, a lighter, a book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2 · Words with a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So viele englische Wörter wie möglich mit einem bestimmten Buchstaben.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 Startbuchstabe wird vorgegeben.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Jede:r nennt ein englisches Wort, das mit diesem Buchstaben beginnt.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Kein Wort doppelt – sonst tickt die Bombe weiter!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2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Rockwell"/>
              </a:rPr>
              <a:t>Say as many words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Rockwell"/>
              </a:rPr>
              <a:t>with the letter …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F5A623"/>
                </a:solidFill>
                <a:latin typeface="Rockwell"/>
              </a:rPr>
              <a:t>…  B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banana · bridge · brave · because · breakfast · beautiful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3 · Build words from the letters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Aus einem Buchstaben-Pool neue englische Wörter bauen.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Auf der nächsten Folie steht ein Buchstaben-Vorrat.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bildet EIN englisches Wort aus diesen Buchstaben.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Buchstaben dürfen pro Wort mehrfach genutzt werden – Wörter nicht doppelt!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3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Rockwell"/>
              </a:rPr>
              <a:t>Build words from the letters!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5A623"/>
                </a:solidFill>
                <a:latin typeface="Rockwell"/>
              </a:rPr>
              <a:t>R   E   A   S   T   O   L   I   N  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5A623"/>
                </a:solidFill>
                <a:latin typeface="Rockwell"/>
              </a:rPr>
              <a:t>H   P   C   U   G   M   F   W   B  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Beispiele: stone · light · train · house · plant · friend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4 · Word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Wortkette: Das nächste Wort beginnt mit dem letzten Buchstaben des vorigen.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Startwort beginnt mit dem vorgegebenen Buchstaben.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Beispiel: Tiger ➜ Run ➜ Night ➜ Train ➜ Nice …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Stockt es zu lange? Die Bombe tickt weiter!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4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Rockwell"/>
              </a:rPr>
              <a:t>Word Chain.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Rockwell"/>
              </a:rPr>
              <a:t>Start with …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F5A623"/>
                </a:solidFill>
                <a:latin typeface="Rockwell"/>
              </a:rPr>
              <a:t>…  T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Tiger ➜ Rain ➜ Night ➜ Tea ➜ Apple ➜ Elephant 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5 · Sentence Battle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Reihum ganze, sinnvolle Sätze bilden – alle mit demselben Anfang.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Jeder Satz beginnt mit dem vorgegebenen Wort/den Wörtern.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Der Satz muss grammatisch korrekt und neu sein.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keinen Satz findet, hält die tickende Bombe 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5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Rockwell"/>
              </a:rPr>
              <a:t>Sentence Battle.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Rockwell"/>
              </a:rPr>
              <a:t>Start every sentence with …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5A623"/>
                </a:solidFill>
                <a:latin typeface="Rockwell"/>
              </a:rPr>
              <a:t>“ When I woke up … 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When I woke up, the sun was shining. / When I woke up, I felt tired. 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SPIEL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Spiel 6 · Don't stop talking!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Flüssig sprechen ohne Pause – das Fluency-Training.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spricht ohne längere Pause über das Thema.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Keine langen 'ähm'-Pausen, kein Schweigen!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Nach ca. 20 Sek. weitergeben – wer stockt, ist dran, wenn es BOOM macht.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SPIEL 6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Rockwell"/>
              </a:rPr>
              <a:t>Don't stop talking!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5A623"/>
                </a:solidFill>
                <a:latin typeface="Rockwell"/>
              </a:rPr>
              <a:t>Topic:  My perfect weekend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Keep going – describe, give reasons, add details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09728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A623"/>
                </a:solidFill>
                <a:latin typeface="Rockwell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Rockwell"/>
              </a:rPr>
              <a:t>Neue Spiele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320040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9EFF7"/>
                </a:solidFill>
                <a:latin typeface="Calibri"/>
              </a:rPr>
              <a:t>7 frische, spannende Spiel-Ideen für mehr Sprechanlässe und Spaß.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1 · Synonym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Wortschatz-Power: ein anderes Wort mit (fast) gleicher Bedeutung.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 Wort wird vorgegeben (siehe nächste Folie).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nennt schnell ein Synonym.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Beispiel: happy ➜ glad ➜ cheerful ➜ pleased … kein Wort doppelt!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1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Rockwell"/>
              </a:rPr>
              <a:t>Synonym Sprint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800" b="1">
                <a:solidFill>
                  <a:srgbClr val="F5A623"/>
                </a:solidFill>
                <a:latin typeface="Rockwell"/>
              </a:rPr>
              <a:t>Find synonyms for:  BIG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large · huge · enormous · giant · massive …  ·  Variante: small, nice, fast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2 · Antonym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Gegenteile auf Zeit – schnelles Umdenken trainiert den Wortschatz.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 Wort wird genannt – gesucht ist das Gegenteil.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sagt blitzschnell das Antonym.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Danach gibt die Lehrkraft ein neues Wort vor.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2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Rockwell"/>
              </a:rPr>
              <a:t>Antonym Attack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5A623"/>
                </a:solidFill>
                <a:latin typeface="Rockwell"/>
              </a:rPr>
              <a:t>Say the opposite of:  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weak  ·  weitere Runden: light/dark, full/empty, expensive/cheap, brave/scared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3 · Rhyme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Reimwörter finden – hört genau auf den Klang!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 Wort wird vorgegeben.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nennt ein englisches Wort, das sich darauf reimt.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Erfundene Wörter zählen nicht – kein Reim doppelt!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3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Rockwell"/>
              </a:rPr>
              <a:t>Rhyme Time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5A623"/>
                </a:solidFill>
                <a:latin typeface="Rockwell"/>
              </a:rPr>
              <a:t>Find words that rhyme with: 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night · bright · fight · right · sight · kite …  ·  Variante: cat, blue, day, sound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4 · Taboo Bomb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Begriffe umschreiben, ohne die Tabu-Wörter zu benutzen.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Ein:e Schüler:in zieht eine Karte mit einem Wort + 3 Tabu-Wörtern.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Das Wort auf Englisch erklären, OHNE die Tabu-Wörter zu sagen.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Errät die Klasse das Wort, bevor die Bombe tickt? Dann Punkt!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4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Rockwell"/>
              </a:rPr>
              <a:t>Taboo Bomb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5A623"/>
                </a:solidFill>
                <a:latin typeface="Rockwell"/>
              </a:rPr>
              <a:t>Word:  SCHOOL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Rockwell"/>
              </a:rPr>
              <a:t>Taboo:  teacher · learn · classroom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Beschreibe nur mit erlaubten Wörtern – los, die Bombe tickt!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5 · Story Bomb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Gemeinsam eine verrückte Geschichte bauen – Wort für Wort.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Reihum sagt jede:r genau EIN englisches Wort.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So entsteht Satz für Satz eine gemeinsame Geschichte.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den Satz unsinnig macht oder zu lange zögert, hält die Bombe.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5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Rockwell"/>
              </a:rPr>
              <a:t>Story Bomb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5A623"/>
                </a:solidFill>
                <a:latin typeface="Rockwell"/>
              </a:rPr>
              <a:t>Start:  “ Yesterday … a … dragon … 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Jede:r ergänzt EIN Wort:  Yesterday – a – dragon – flew – into – our – school – and 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6 · Irregular Verb Volcano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Unregelmäßige Verben sicher beherrschen – die drei Formen auf Zeit.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Ein Infinitiv wird genannt (z. B. 'go').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die Bombe hat, sagt schnell: Simple Past + Past Participle (go – went – gone).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Richtig? Weitergeben mit neuem Verb. Falsch oder zu langsam? Es tickt!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6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Rockwell"/>
              </a:rPr>
              <a:t>Irregular Verb Volcano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5A623"/>
                </a:solidFill>
                <a:latin typeface="Rockwell"/>
              </a:rPr>
              <a:t>go  –  ?  – 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go – went – gone   ·   weitere: take, write, speak, drink, begin, catch, fly 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68680"/>
            <a:ext cx="1371600" cy="1371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05156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ERKLÄRUNG · NEU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B2F4D"/>
                </a:solidFill>
                <a:latin typeface="Rockwell"/>
              </a:rPr>
              <a:t>Neu 7 · Holiday Suitcase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5A70"/>
                </a:solidFill>
                <a:latin typeface="Calibri"/>
              </a:rPr>
              <a:t>Das Gedächtnis-Kettenspiel: alles wiederholen und EIN Ding ergänzen.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54680"/>
            <a:ext cx="155448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Start: 'I'm going on holiday and I'll pack … a toothbrush.'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Der/die Nächste wiederholt ALLES und fügt EIN neues Ding hinzu.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F5A623"/>
                </a:solidFill>
                <a:latin typeface="Rockwell"/>
              </a:rPr>
              <a:t>➜  </a:t>
            </a:r>
            <a:r>
              <a:rPr sz="1800">
                <a:solidFill>
                  <a:srgbClr val="1B2F4D"/>
                </a:solidFill>
                <a:latin typeface="Calibri"/>
              </a:rPr>
              <a:t>Wer etwas vergisst oder die Reihenfolge verdreht, hält die Bombe.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194560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500" b="1">
                <a:solidFill>
                  <a:srgbClr val="1B2F4D"/>
                </a:solidFill>
                <a:latin typeface="Rockwell"/>
              </a:rPr>
              <a:t>NEU 7</a:t>
            </a:r>
          </a:p>
        </p:txBody>
      </p:sp>
      <p:pic>
        <p:nvPicPr>
          <p:cNvPr id="4" name="Picture 3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Rockwell"/>
              </a:rPr>
              <a:t>Holiday Suitcase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Rockwel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5A623"/>
                </a:solidFill>
                <a:latin typeface="Rockwell"/>
              </a:rPr>
              <a:t>“ I'm going on holiday and I'll pack … 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FC2DC"/>
                </a:solidFill>
                <a:latin typeface="Calibri"/>
              </a:rPr>
              <a:t>… a toothbrush … sunglasses … a camera …  – alles wiederholen, dann ergänzen!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A5A86"/>
              </a:gs>
              <a:gs pos="100000">
                <a:srgbClr val="14243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14400"/>
            <a:ext cx="310896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Rockwell"/>
              </a:rPr>
              <a:t>Viel Spaß &amp; gutes Gelingen!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5166360"/>
            <a:ext cx="228600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E9EFF7"/>
                </a:solidFill>
                <a:latin typeface="Calibri"/>
              </a:rPr>
              <a:t>13 Spiele · 1 Bombe · ganz viel Englisch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